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Time: 0:00-0:35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【画面停在</a:t>
            </a:r>
            <a:r>
              <a:rPr lang="en-US" altLang="zh-CN" dirty="0"/>
              <a:t> PPT Slide 1</a:t>
            </a:r>
            <a:r>
              <a:rPr lang="zh-CN" altLang="en-US" dirty="0"/>
              <a:t>，鼠标指向标题</a:t>
            </a:r>
            <a:r>
              <a:rPr lang="en-US" altLang="zh-CN" dirty="0"/>
              <a:t> Constraint-Aware Fitness Planner</a:t>
            </a:r>
            <a:r>
              <a:rPr lang="zh-CN" altLang="en-US" dirty="0"/>
              <a:t>。】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Hi everyone. My project is Constraint-Aware Fitness Planner, a non-clinical planning system for users who want realistic diet and workout guidance under real-world constraints.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【鼠标移到左侧</a:t>
            </a:r>
            <a:r>
              <a:rPr lang="en-US" altLang="zh-CN" dirty="0"/>
              <a:t> Target user </a:t>
            </a:r>
            <a:r>
              <a:rPr lang="zh-CN" altLang="en-US" dirty="0"/>
              <a:t>区域，慢慢扫过</a:t>
            </a:r>
            <a:r>
              <a:rPr lang="en-US" altLang="zh-CN" dirty="0"/>
              <a:t> food restrictions / symptom-trigger / schedule / budget </a:t>
            </a:r>
            <a:r>
              <a:rPr lang="zh-CN" altLang="en-US" dirty="0"/>
              <a:t>这些关键词。】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The target user is someone who may have food restrictions, symptom-trigger history, schedule limits, budget limits, limited equipment, or adherence challenges.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【鼠标移到右侧</a:t>
            </a:r>
            <a:r>
              <a:rPr lang="en-US" altLang="zh-CN" dirty="0"/>
              <a:t> Core problem </a:t>
            </a:r>
            <a:r>
              <a:rPr lang="zh-CN" altLang="en-US" dirty="0"/>
              <a:t>区域，指向</a:t>
            </a:r>
            <a:r>
              <a:rPr lang="en-US" altLang="zh-CN" dirty="0"/>
              <a:t> ask / stop / escalate / revise </a:t>
            </a:r>
            <a:r>
              <a:rPr lang="zh-CN" altLang="en-US" dirty="0"/>
              <a:t>四个标签。】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In this setting, the hard problem is not simply generating a fitness plan. The hard problem is deciding when the system should ask for clarification, stop for safety, escalate tradeoffs back to the human, revise a draft, or adapt after feedback.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【鼠标指向底部</a:t>
            </a:r>
            <a:r>
              <a:rPr lang="en-US" altLang="zh-CN" dirty="0"/>
              <a:t> contribution </a:t>
            </a:r>
            <a:r>
              <a:rPr lang="zh-CN" altLang="en-US" dirty="0"/>
              <a:t>句子。】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So the main goal of this project is to make fitness planning more constraint-aware, stateful, and auditable.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Constraint-Aware Fitness Planner  </a:t>
            </a:r>
            <a:r>
              <a:rPr lang="en-US" sz="2500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(Track B)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7899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target user, and why a coordinated agentic workflow is needed.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564005"/>
            <a:ext cx="1861820" cy="43815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20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2038985"/>
            <a:ext cx="4892040" cy="2971800"/>
          </a:xfrm>
          <a:prstGeom prst="roundRect">
            <a:avLst>
              <a:gd name="adj" fmla="val 123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95017"/>
            <a:ext cx="4434840" cy="36576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want realistic non-clinical diet + workout planning under constraints.</a:t>
            </a:r>
            <a:endParaRPr lang="en-US" sz="1600" b="1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705" y="2953385"/>
            <a:ext cx="131445" cy="4756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953385"/>
            <a:ext cx="4069715" cy="75882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symptom-trigger history and food restrictions</a:t>
            </a:r>
            <a:endParaRPr lang="en-US" sz="16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705" y="3550920"/>
            <a:ext cx="131445" cy="4756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550920"/>
            <a:ext cx="4069715" cy="4629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budget, equipment, and adherence limits</a:t>
            </a:r>
            <a:endParaRPr lang="en-US" sz="16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41705" y="4148455"/>
            <a:ext cx="131445" cy="4756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4148455"/>
            <a:ext cx="4069715" cy="48387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revision after real-world execution feedback</a:t>
            </a:r>
            <a:endParaRPr lang="en-US" sz="16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1564005"/>
            <a:ext cx="1861820" cy="43815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20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038985"/>
            <a:ext cx="5212080" cy="2971800"/>
          </a:xfrm>
          <a:prstGeom prst="roundRect">
            <a:avLst>
              <a:gd name="adj" fmla="val 1231"/>
            </a:avLst>
          </a:prstGeom>
          <a:solidFill>
            <a:srgbClr val="EAF1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285873"/>
            <a:ext cx="4617720" cy="43891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not producing text. It is deciding when to clarify, stop, escalate, revise, or adapt.</a:t>
            </a:r>
            <a:endParaRPr lang="en-US" sz="1600" b="1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10528" y="3269107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DDEBFA"/>
          </a:solidFill>
          <a:ln w="12700">
            <a:solidFill>
              <a:srgbClr val="2F7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319145"/>
            <a:ext cx="71323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98080" y="3269107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8DFDD"/>
          </a:solidFill>
          <a:ln w="12700">
            <a:solidFill>
              <a:srgbClr val="C53D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2944" y="3319145"/>
            <a:ext cx="71323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85632" y="3269107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0DC"/>
          </a:solidFill>
          <a:ln w="12700">
            <a:solidFill>
              <a:srgbClr val="E47C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0496" y="3319145"/>
            <a:ext cx="103327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400" b="1" dirty="0">
              <a:solidFill>
                <a:srgbClr val="E47C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784080" y="3269107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E8F4E4"/>
          </a:solidFill>
          <a:ln w="12700">
            <a:solidFill>
              <a:srgbClr val="4F9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3319145"/>
            <a:ext cx="80467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40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2240" y="4023233"/>
            <a:ext cx="452628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contribution: a runnable Track B artifact with visible coordination, state, saved traces, and evaluation evidence.</a:t>
            </a:r>
            <a:endParaRPr lang="en-US" sz="1400" b="1" dirty="0">
              <a:solidFill>
                <a:srgbClr val="17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Architecture: Four Agents + Human-in-the-Loop + Shared State</a:t>
            </a:r>
            <a:endParaRPr lang="en-US" sz="2500" b="1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7899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map before showing the actual workflow.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0655" y="1327785"/>
            <a:ext cx="8277860" cy="5250815"/>
          </a:xfrm>
          <a:prstGeom prst="roundRect">
            <a:avLst>
              <a:gd name="adj" fmla="val 53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03945" y="1492250"/>
            <a:ext cx="3000375" cy="447040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44305" y="1742440"/>
            <a:ext cx="2155190" cy="32385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out</a:t>
            </a:r>
            <a:endParaRPr lang="en-US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07145" y="2247900"/>
            <a:ext cx="135255" cy="1035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9062720" y="2247900"/>
            <a:ext cx="2399030" cy="5264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structures raw user input into a profile packet.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908415" y="2858770"/>
            <a:ext cx="135255" cy="1035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E4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9063990" y="2858770"/>
            <a:ext cx="2399030" cy="5264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checker gates ambiguity, conflict, and boundary risk before planning.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908415" y="3694430"/>
            <a:ext cx="135255" cy="1035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9063990" y="3694430"/>
            <a:ext cx="2399030" cy="5264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composer drafts only after safe / feasible routing.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08415" y="4339590"/>
            <a:ext cx="135255" cy="1035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9063990" y="4339590"/>
            <a:ext cx="2399030" cy="5264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 creates a visible revise/adapt loop.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908415" y="4984750"/>
            <a:ext cx="135255" cy="1035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8D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9063990" y="4984750"/>
            <a:ext cx="2399030" cy="52641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actor resolves missing info, tradeoffs, acceptance, and feedback.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9" name="Image 0" descr="/Users/jiangshiwei/Desktop/CMU 2026 Spring/95864 A4 Agentic Technologies/95864 A4 Assignments/95846 A4 Agentic studio Project/tmp/presentations/agentic-slides/output/beautified_mermaid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1355090"/>
            <a:ext cx="8262620" cy="5180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 Artifact: Main Workflow from Intake to Reviewed Plan</a:t>
            </a:r>
            <a:endParaRPr lang="en-US" sz="2500" b="1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7899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running app here: baseline scenario -&gt; Run Workflow -&gt; Accept Plan.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84555" y="1174750"/>
            <a:ext cx="3072765" cy="5683250"/>
          </a:xfrm>
          <a:prstGeom prst="roundRect">
            <a:avLst>
              <a:gd name="adj" fmla="val 46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pic>
        <p:nvPicPr>
          <p:cNvPr id="6" name="Image 0" descr="/Users/jiangshiwei/Desktop/CMU 2026 Spring/95864 A4 Agentic Technologies/95864 A4 Assignments/95846 A4 Agentic studio Project/final_repo_ready/team-project/presentation/_video_assets/home_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90" y="1202055"/>
            <a:ext cx="3046730" cy="5619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15100" y="1311275"/>
            <a:ext cx="4482465" cy="526415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9420" y="1631315"/>
            <a:ext cx="2576195" cy="17843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coverage</a:t>
            </a:r>
            <a:endParaRPr lang="en-US" sz="24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04025" y="2054225"/>
            <a:ext cx="1751965" cy="356870"/>
          </a:xfrm>
          <a:prstGeom prst="roundRect">
            <a:avLst>
              <a:gd name="adj" fmla="val 22222"/>
            </a:avLst>
          </a:prstGeom>
          <a:solidFill>
            <a:srgbClr val="E8F4E4"/>
          </a:solidFill>
          <a:ln w="12700">
            <a:solidFill>
              <a:srgbClr val="4F9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44030" y="2111375"/>
            <a:ext cx="1628140" cy="11874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workflow</a:t>
            </a:r>
            <a:endParaRPr lang="en-US" sz="160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541385" y="2054225"/>
            <a:ext cx="1494155" cy="356870"/>
          </a:xfrm>
          <a:prstGeom prst="roundRect">
            <a:avLst>
              <a:gd name="adj" fmla="val 22222"/>
            </a:avLst>
          </a:prstGeom>
          <a:solidFill>
            <a:srgbClr val="DDEBFA"/>
          </a:solidFill>
          <a:ln w="12700">
            <a:solidFill>
              <a:srgbClr val="2F7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81390" y="2111375"/>
            <a:ext cx="1370330" cy="11874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6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16725" y="2703830"/>
            <a:ext cx="144145" cy="9906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972300" y="2703830"/>
            <a:ext cx="3380105" cy="15811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panel contains profile, constraints, symptom context, and planning notes.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05295" y="3352800"/>
            <a:ext cx="144145" cy="9906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60870" y="3352800"/>
            <a:ext cx="3380105" cy="15811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output shows the reviewed plan package instead of raw generation.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16725" y="3990340"/>
            <a:ext cx="144145" cy="9906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4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E47C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972300" y="3990340"/>
            <a:ext cx="3380105" cy="15811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 exposes state, handoff ledger, agents transitions, and raw trace JSON.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16725" y="5520055"/>
            <a:ext cx="3606800" cy="7861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the final artifact</a:t>
            </a:r>
            <a:endParaRPr lang="en-US" sz="2000" b="1" dirty="0">
              <a:solidFill>
                <a:schemeClr val="bg2">
                  <a:lumMod val="9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Coordination Evidence: Branches, Handoffs, and State Transitions</a:t>
            </a:r>
            <a:endParaRPr lang="en-US" sz="2500" b="1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7899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prove the agents are coordinated, not just separate prompts.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72820" y="1207135"/>
            <a:ext cx="2999740" cy="5514975"/>
          </a:xfrm>
          <a:prstGeom prst="roundRect">
            <a:avLst>
              <a:gd name="adj" fmla="val 46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pic>
        <p:nvPicPr>
          <p:cNvPr id="6" name="Image 0" descr="/Users/jiangshiwei/Desktop/CMU 2026 Spring/95864 A4 Agentic Technologies/95864 A4 Assignments/95846 A4 Agentic studio Project/final_repo_ready/team-project/presentation/_video_assets/state_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1234440"/>
            <a:ext cx="2974340" cy="54540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70575" y="1408430"/>
            <a:ext cx="4192270" cy="4993005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895" y="1728470"/>
            <a:ext cx="2563495" cy="17399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show</a:t>
            </a:r>
            <a:endParaRPr lang="en-US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72200" y="2231390"/>
            <a:ext cx="143510" cy="965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27775" y="2231390"/>
            <a:ext cx="3362960" cy="1543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next actions make the controller state explicit.</a:t>
            </a:r>
            <a:endParaRPr lang="en-US" sz="16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72200" y="2807335"/>
            <a:ext cx="143510" cy="965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b="1" dirty="0">
              <a:solidFill>
                <a:srgbClr val="E47C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27775" y="2807335"/>
            <a:ext cx="3362960" cy="1543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ledger records which agent sent what to whom.</a:t>
            </a:r>
            <a:endParaRPr lang="en-US" sz="16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72200" y="3392805"/>
            <a:ext cx="143510" cy="965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27775" y="3392805"/>
            <a:ext cx="3362960" cy="1543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-&gt; Plan Composer -&gt; Review shows a bounded rewrite loop before delivery.</a:t>
            </a:r>
            <a:endParaRPr lang="en-US" sz="16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72200" y="4151630"/>
            <a:ext cx="143510" cy="965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D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b="1" dirty="0">
              <a:solidFill>
                <a:srgbClr val="8D4D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27775" y="4151630"/>
            <a:ext cx="3362960" cy="15430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JSON preserves authority, decision, reasoning, rejected alternatives, and confidence.</a:t>
            </a:r>
            <a:endParaRPr lang="en-US" sz="16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72200" y="5313045"/>
            <a:ext cx="3537585" cy="309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directly covers: evidence of coordination, branching, and agent interaction.</a:t>
            </a:r>
            <a:endParaRPr lang="en-US" sz="1600" b="1" dirty="0">
              <a:solidFill>
                <a:srgbClr val="17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Boundary Behavior: The System Stops Instead of Planning</a:t>
            </a:r>
            <a:endParaRPr lang="en-US" sz="2500" b="1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7899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/ limitation / boundary behavior required by the video rubric.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50265" y="1207135"/>
            <a:ext cx="2825750" cy="5581650"/>
          </a:xfrm>
          <a:prstGeom prst="roundRect">
            <a:avLst>
              <a:gd name="adj" fmla="val 46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pic>
        <p:nvPicPr>
          <p:cNvPr id="6" name="Image 0" descr="/Users/jiangshiwei/Desktop/CMU 2026 Spring/95864 A4 Agentic Technologies/95864 A4 Assignments/95846 A4 Agentic studio Project/final_repo_ready/team-project/presentation/_video_assets/boundary_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30" y="1234440"/>
            <a:ext cx="2802255" cy="55194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8130" y="1408430"/>
            <a:ext cx="3977640" cy="4846320"/>
          </a:xfrm>
          <a:prstGeom prst="roundRect">
            <a:avLst>
              <a:gd name="adj" fmla="val 920"/>
            </a:avLst>
          </a:prstGeom>
          <a:solidFill>
            <a:srgbClr val="F8DFDD"/>
          </a:solidFill>
          <a:ln w="12700">
            <a:solidFill>
              <a:srgbClr val="C53D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2450" y="1728470"/>
            <a:ext cx="228600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6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929882" y="2231390"/>
            <a:ext cx="128016" cy="914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085330" y="2231390"/>
            <a:ext cx="2999232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Treatment-seeking or diagnostic language triggers `stopped_boundary`.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29755" y="3063240"/>
            <a:ext cx="128270" cy="38163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85330" y="3063240"/>
            <a:ext cx="2999105" cy="6089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Composer is not allowed to generate a diet/workout plan after the stop.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29755" y="3914140"/>
            <a:ext cx="128270" cy="38163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085330" y="3914140"/>
            <a:ext cx="2999105" cy="6089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intentional bounded autonomy, not a missing feature.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58025" y="4765675"/>
            <a:ext cx="3154680" cy="100965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to state honestly: governance is rule-bounded and internal; it is not medical advice or external clinical validation.</a:t>
            </a:r>
            <a:endParaRPr lang="en-US" sz="1400" b="1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 Layer: Evaluation Outputs, Logs, and Saved Artifacts</a:t>
            </a:r>
            <a:endParaRPr lang="en-US" sz="2500" b="1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7899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reviewer-facing evidence layer behind the demo.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7055" y="1207135"/>
            <a:ext cx="4675505" cy="5521960"/>
          </a:xfrm>
          <a:prstGeom prst="roundRect">
            <a:avLst>
              <a:gd name="adj" fmla="val 46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pic>
        <p:nvPicPr>
          <p:cNvPr id="6" name="Image 0" descr="/Users/jiangshiwei/Desktop/CMU 2026 Spring/95864 A4 Agentic Technologies/95864 A4 Assignments/95846 A4 Agentic studio Project/final_repo_ready/team-project/screenshots/08_evaluation_outpu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4636770" cy="5461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39255" y="1408430"/>
            <a:ext cx="4160520" cy="484632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3575" y="1710182"/>
            <a:ext cx="25603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 in repo</a:t>
            </a:r>
            <a:endParaRPr lang="en-US" sz="16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014210" y="2191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E8F4E4"/>
          </a:solidFill>
          <a:ln w="12700">
            <a:solidFill>
              <a:srgbClr val="4F9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69074" y="2278380"/>
            <a:ext cx="89611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6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184642" y="219151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DDEBFA"/>
          </a:solidFill>
          <a:ln w="12700">
            <a:solidFill>
              <a:srgbClr val="2F7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39506" y="2278380"/>
            <a:ext cx="80467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06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281922" y="2191512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FF0DC"/>
          </a:solidFill>
          <a:ln w="12700">
            <a:solidFill>
              <a:srgbClr val="E47C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36786" y="2278380"/>
            <a:ext cx="112471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E4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60" b="1" dirty="0">
              <a:solidFill>
                <a:srgbClr val="E47C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32498" y="2868168"/>
            <a:ext cx="128016" cy="914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187946" y="2868168"/>
            <a:ext cx="3136392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`evaluation_results.csv` records formal current-version scenario outcomes.</a:t>
            </a:r>
            <a:endParaRPr lang="en-US" sz="12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32498" y="3487801"/>
            <a:ext cx="128016" cy="914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4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E47C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187946" y="3487801"/>
            <a:ext cx="3136392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`failure_log.md` </a:t>
            </a:r>
            <a:r>
              <a:rPr lang="en-US" sz="1200" u="sng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historical failures</a:t>
            </a: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visible after fixes.</a:t>
            </a:r>
            <a:endParaRPr lang="en-US" sz="12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32498" y="4137152"/>
            <a:ext cx="128016" cy="914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187946" y="4137152"/>
            <a:ext cx="3136392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`extended_evaluation_snapshot.json` includes adversarial, persona, and regression checks.</a:t>
            </a:r>
            <a:endParaRPr lang="en-US" sz="12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031863" y="4734814"/>
            <a:ext cx="128016" cy="914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187311" y="4734814"/>
            <a:ext cx="3136392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`evaluation_scope_note.md` states this is internal scenario evaluation, not an external user study.</a:t>
            </a:r>
            <a:endParaRPr lang="en-US" sz="12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Output, Limitation, and Key Contribution</a:t>
            </a:r>
            <a:endParaRPr lang="en-US" sz="2500" b="1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7899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what was delivered and what the evidence can honestly claim.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9780" y="1207135"/>
            <a:ext cx="3597275" cy="5566410"/>
          </a:xfrm>
          <a:prstGeom prst="roundRect">
            <a:avLst>
              <a:gd name="adj" fmla="val 46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pic>
        <p:nvPicPr>
          <p:cNvPr id="6" name="Image 0" descr="/Users/jiangshiwei/Desktop/CMU 2026 Spring/95864 A4 Agentic Technologies/95864 A4 Assignments/95846 A4 Agentic studio Project/final_repo_ready/team-project/presentation/_video_assets/adaptation_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10" y="1234440"/>
            <a:ext cx="3561080" cy="55048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92065" y="1308100"/>
            <a:ext cx="2806065" cy="4846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9080" y="1646555"/>
            <a:ext cx="2227580" cy="38417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39080" y="2232660"/>
            <a:ext cx="15367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2F73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94655" y="2232660"/>
            <a:ext cx="201422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browser artifact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39080" y="2744470"/>
            <a:ext cx="15367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94655" y="2744470"/>
            <a:ext cx="201422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plan package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39080" y="3256915"/>
            <a:ext cx="15367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E47C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94655" y="3256915"/>
            <a:ext cx="201422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scenario traces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39080" y="3768725"/>
            <a:ext cx="15367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D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8D4D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94655" y="3768725"/>
            <a:ext cx="201422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tables + snapshots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26380" y="4512945"/>
            <a:ext cx="15367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81955" y="4512945"/>
            <a:ext cx="2014220" cy="30353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log + scope note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366760" y="1344930"/>
            <a:ext cx="2947670" cy="2237105"/>
          </a:xfrm>
          <a:prstGeom prst="roundRect">
            <a:avLst>
              <a:gd name="adj" fmla="val 1778"/>
            </a:avLst>
          </a:prstGeom>
          <a:solidFill>
            <a:srgbClr val="F8DFDD"/>
          </a:solidFill>
          <a:ln w="12700">
            <a:solidFill>
              <a:srgbClr val="C53D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0" y="1555750"/>
            <a:ext cx="2228215" cy="45466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limitation</a:t>
            </a:r>
            <a:endParaRPr lang="en-US" sz="1600" b="1" dirty="0">
              <a:solidFill>
                <a:srgbClr val="C53D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641080" y="1994535"/>
            <a:ext cx="2465705" cy="14344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and governance are still bounded by hand-authored scenario policy; evaluation is internal scenario testing, not an external user study.</a:t>
            </a:r>
            <a:endParaRPr lang="en-US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366760" y="3851275"/>
            <a:ext cx="2947670" cy="2724785"/>
          </a:xfrm>
          <a:prstGeom prst="roundRect">
            <a:avLst>
              <a:gd name="adj" fmla="val 1444"/>
            </a:avLst>
          </a:prstGeom>
          <a:solidFill>
            <a:srgbClr val="E8F4E4"/>
          </a:solidFill>
          <a:ln w="12700">
            <a:solidFill>
              <a:srgbClr val="4F9A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26475" y="4058285"/>
            <a:ext cx="2122170" cy="1644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600" b="1" dirty="0">
              <a:solidFill>
                <a:srgbClr val="4F9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641080" y="4426585"/>
            <a:ext cx="2273300" cy="14351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altLang="zh-CN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altLang="zh-CN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constraint-aware, human-in-the-loop multi-agent planning system</a:t>
            </a:r>
            <a:r>
              <a:rPr lang="en-US" altLang="zh-CN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coordinates specialized agents through explicit states, handoffs, and evidence artifacts, making planning inspectable rather than opaque.</a:t>
            </a:r>
            <a:endParaRPr lang="en-US" altLang="zh-CN" sz="1400" dirty="0">
              <a:solidFill>
                <a:srgbClr val="17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3638</Words>
  <Application>WPS 演示</Application>
  <PresentationFormat>On-screen Show (16:9)</PresentationFormat>
  <Paragraphs>190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Calibri Light</vt:lpstr>
      <vt:lpstr>Helvetica Neue</vt:lpstr>
      <vt:lpstr>Calibri Light</vt:lpstr>
      <vt:lpstr>Calibri Light</vt:lpstr>
      <vt:lpstr>Calibri</vt:lpstr>
      <vt:lpstr>Calibri</vt:lpstr>
      <vt:lpstr>Calibri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Constraint-Aware Fitness Planner: 5-Minute Video Presentation</dc:title>
  <dc:creator>Shiwei Jiang</dc:creator>
  <dc:subject>Constraint-Aware Fitness Planner video presentation</dc:subject>
  <cp:lastModifiedBy>ヾ 凉辰梦瑾๑空人心づ</cp:lastModifiedBy>
  <cp:revision>40</cp:revision>
  <dcterms:created xsi:type="dcterms:W3CDTF">2026-04-25T20:33:30Z</dcterms:created>
  <dcterms:modified xsi:type="dcterms:W3CDTF">2026-04-25T20:33:30Z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049A632731983F954707ED69DCA77C32_42</vt:lpwstr>
  </property>
</Properties>
</file>